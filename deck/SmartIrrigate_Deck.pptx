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team. Say up front: every result in this deck is simulated.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from our simulation, not national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mbria"/>
              </a:rPr>
              <a:t>SmartIrrigate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1460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9E8CC"/>
                </a:solidFill>
                <a:latin typeface="Calibri"/>
              </a:rPr>
              <a:t>Soil-moisture-driven irrigation scheduling for water savings: a simulation study on AquaCrop-OSPy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[TEAM NAME]   [MEMBERS]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D9E8CC"/>
                </a:solidFill>
                <a:latin typeface="Calibri"/>
              </a:rPr>
              <a:t>EcoLogic 1.0 Sustainability Hackathon  |  Theme: Smart Agriculture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D9E8CC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Calendar irrigation wastes water and pump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Many farms irrigate on a fixed calendar: a set depth every few days, whatever the soil or rain.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When rain has already wetted the root zone, the extra water drains past the roots or evaporates.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Every wasted litre was also pumped, so it wastes electricity and adds CO₂.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Goal: irrigate only when the crop needs it, without losing yield.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463040"/>
            <a:ext cx="466344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4297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C5F2D"/>
                </a:solidFill>
                <a:latin typeface="Cambria"/>
              </a:rPr>
              <a:t>725 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240280"/>
            <a:ext cx="4297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applied per season by a 25 mm / 7-day schedule (simulated)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017520"/>
            <a:ext cx="466344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27248"/>
            <a:ext cx="4297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C5F2D"/>
                </a:solidFill>
                <a:latin typeface="Cambria"/>
              </a:rPr>
              <a:t>98.5%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794760"/>
            <a:ext cx="4297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of that schedule's yield reached with no irrigation at all (simulated, sample climate)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4526280"/>
            <a:ext cx="46634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In our simulation, most of the calendar schedule's water does not turn into extra grain.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One rule: water only when the root zone runs dry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2D"/>
                </a:solidFill>
                <a:latin typeface="Calibri"/>
              </a:rPr>
              <a:t>Simulation pipeline (built, runs in this repository)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Weather, soil, crop inputs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68879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16351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AquaCrop-OSPy, 8 strategies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36590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84062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Pre-registered selection rule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04301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51773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impact.json: L, kWh, ₹, CO₂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72012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19484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Charts, README,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2D"/>
                </a:solidFill>
                <a:latin typeface="Calibri"/>
              </a:rPr>
              <a:t>Field deployment concept (not built or tested in this submission)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Capacitive soil-moisture probes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468879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1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Microcontroller runs the same rule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736590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4062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Relay on pump or valve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04301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51773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Water applied only when needed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72012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4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Dashboard and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4632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Rule: when root-zone water falls below the threshold (selected: smt_40, i.e. 40% of available water), refill it; otherwise do nothing.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The controller logic is a few lines and runs offline; per-farm work is sensor calibration.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Method: same seasons and weather, new rule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C5F2D"/>
                </a:solidFill>
                <a:latin typeface="Cambria"/>
              </a:rPr>
              <a:t>Baseline: fixed_7d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25 mm every 7 days from planting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Predefined schedule (AquaCrop method 3)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Stylised farmer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C5F2D"/>
                </a:solidFill>
                <a:latin typeface="Cambria"/>
              </a:rPr>
              <a:t>Scheduler: smt_40 … smt_90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011680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Irrigate when root-zone water &lt; 40 … 90% of available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Soil-moisture targets (AquaCrop method 1)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6 thresholds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2D"/>
                </a:solidFill>
                <a:latin typeface="Calibri"/>
              </a:rPr>
              <a:t>Selection rule, fixed before any results were seen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Choose the SMT strategy with the lowest mean seasonal irrigation (mm) among those whose mean dry yield is at least 98% of the fixed_7d mean yield. If none qualify, report that plainly and show the best yield-preserving trade-off without claiming it meets the rule.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Model: FAO AquaCrop via AquaCrop-OSPy. Crop Wheat, soil SandyLoam, planting 1 October.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Weather: Tunis, Tunisia (AquaCrop-OSPy bundled sample climate); 23 seasons, 1979-80 to 2001-02. Not an Indian 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Result: smt_40 keeps yield with far less water</a:t>
            </a:r>
          </a:p>
        </p:txBody>
      </p:sp>
      <p:pic>
        <p:nvPicPr>
          <p:cNvPr id="3" name="Picture 2" descr="irrigation_vs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405993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35240" y="1280160"/>
            <a:ext cx="402336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389888"/>
            <a:ext cx="36576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C5F2D"/>
                </a:solidFill>
                <a:latin typeface="Cambria"/>
              </a:rPr>
              <a:t>725 → 26.1 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057400"/>
            <a:ext cx="36576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mean irrigation per season, baseline → scheduler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743200"/>
            <a:ext cx="402336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852928"/>
            <a:ext cx="36576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C5F2D"/>
                </a:solidFill>
                <a:latin typeface="Cambria"/>
              </a:rPr>
              <a:t>9.37 → 9.36 t/ha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520440"/>
            <a:ext cx="36576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mean dry yield (-0.03%)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4206240"/>
            <a:ext cx="402336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6576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C5F2D"/>
                </a:solidFill>
                <a:latin typeface="Cambria"/>
              </a:rPr>
              <a:t>1.29 → 35.9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983480"/>
            <a:ext cx="36576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kg grain per m³ irrigation water (inflated: rain does most of the work)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Selection rule met: Yes. Less water in 23 of 23 seasons; yield within 2% in 23 of 23 seasons. Rainfed alone reaches 98.5% of baseline yield here, so the baseline over-irrigates.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Impact per hectare per season (simulated)</a:t>
            </a:r>
          </a:p>
        </p:txBody>
      </p:sp>
      <p:pic>
        <p:nvPicPr>
          <p:cNvPr id="3" name="Picture 2" descr="impac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1094415" cy="255171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977639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4343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Pump head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kWh/m³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kWh saved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₹ saved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kg CO₂ saved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15 m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635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₹3,809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451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30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0.182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₹7,618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60 m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0.363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2,539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₹15,236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1,803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3977639"/>
            <a:ext cx="342900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Sensitivity: savings scale with pump head, so we show 15, 30 and 60 m.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Base case: head 30 m, efficiency 0.45, tariff ₹6.00/kWh, grid 0.71 kg CO₂/kWh.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All four are assumptions to verify (docs/ASSUMPTIONS.md).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Path to the field, and what this does not show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Rule runs on low-cost hardware, offline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One controller can serve several valves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Re-run per region with local weather and soil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2588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Commercial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Saving = water + pump electricity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Fits pump-solarisation and drip programmes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No payback model yet: capex and tariffs unverified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Deployment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Capacitive probes, ESP32-class controller, relay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Calibrate probes to local soil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Pilot: one field, control vs treatment plot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9476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Simulated only; sample climate (Tunis), not local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Single crop and soil; baseline over-irrigates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Threshold scheduling is a modest, known idea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D9E8CC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